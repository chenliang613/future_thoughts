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286000"/>
            <a:ext cx="73152" cy="182880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Claude Mythos &amp; Project Glasswing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009EFF"/>
                </a:solidFill>
              </a:rPr>
              <a:t>AI网络安全新范式 — 深度分析报告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2026年4月  |  Anthropic前沿AI安全能力与产业协作分析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执行摘要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Claude Mythos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Anthropic迄今最强大的AI模型，在网络安全
任务上实现了质的飞跃，能自主发现并利用
主流操作系统和浏览器中的零日漏洞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38328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Project Glasswing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3774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一项协作性网络安全计划，将Mythos的
能力限制在防御性用途，联合50+科技
组织共同加固关键基础设施安全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4545"/>
                </a:solidFill>
              </a:rPr>
              <a:t>产业影响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标志着AI从"辅助安全工具"向"自主安全
研究员"的跨越式转变，重塑攻防对抗
格局，引发监管与伦理深度讨论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0D1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9EFF"/>
                </a:solidFill>
              </a:rPr>
              <a:t>数千个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零日漏洞发现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7607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9EFF"/>
                </a:solidFill>
              </a:rPr>
              <a:t>$1亿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6126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使用额度投入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7607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9EFF"/>
                </a:solidFill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126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合作伙伴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7607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9EFF"/>
                </a:solidFill>
              </a:rPr>
              <a:t>83.1%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6126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CyberGym得分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什么是 Claude Mythos Preview?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00400" cy="457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EFF"/>
                </a:solidFill>
              </a:rPr>
              <a:t>模型定义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Anthropic迄今构建的最强大AI模型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通用语言模型，但在网络安全任务上表现惊人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能力水平与Claude Opus 4.6相近，但安全领域远超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代表了AI能力的"阶跃式变化(Step Change)"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8C00"/>
                </a:solidFill>
              </a:rPr>
              <a:t>核心安全能力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自主发现零日漏洞（所有主流OS和浏览器）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自主构建完整漏洞利用链（ROP链、堆喷射等）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从剥离的二进制文件反向工程重建源代码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发现的漏洞有些存活了17-27年之久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CCCC"/>
                </a:solidFill>
              </a:rPr>
              <a:t>▸ 99%以上发现的漏洞尚未被修补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标志性发现案例</a:t>
            </a:r>
          </a:p>
          <a:p>
            <a:pPr algn="l">
              <a:spcBef>
                <a:spcPts val="6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FF8C00"/>
                </a:solidFill>
              </a:rPr>
              <a:t>FreeBSD NFS RCE (CVE-2026-4747)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存活17年的远程代码执行漏洞，完全自主
发现并利用，无需人工干预，可完全控制服务器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FF8C00"/>
                </a:solidFill>
              </a:rPr>
              <a:t>OpenBSD TCP SACK漏洞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存活27年的实现缺陷，可远程崩溃系统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FF8C00"/>
                </a:solidFill>
              </a:rPr>
              <a:t>FFmpeg H.264编解码器漏洞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存活16年，曾经历500万次自动化测试
均未发现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FF8C00"/>
                </a:solidFill>
              </a:rPr>
              <a:t>浏览器JIT堆喷射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链接4个漏洞，逃逸渲染器和OS沙箱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FF8C00"/>
                </a:solidFill>
              </a:rPr>
              <a:t>Linux内核特权提升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多个漏洞链式组合实现权限提升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性能基准对比: Mythos vs Opus 4.6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657600" cy="457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54864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基准测试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361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Mythos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361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Opus 4.6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361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提升幅度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6424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CyberGym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C853"/>
                </a:solidFill>
              </a:rPr>
              <a:t>83.1%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66.6%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9EFF"/>
                </a:solidFill>
              </a:rPr>
              <a:t>+24.8%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106424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SWE-bench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63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C853"/>
                </a:solidFill>
              </a:rPr>
              <a:t>93.9%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63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80.8%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9EFF"/>
                </a:solidFill>
              </a:rPr>
              <a:t>+16.2%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1106424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SWE-bench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C853"/>
                </a:solidFill>
              </a:rPr>
              <a:t>77.8%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404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53.4%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404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9EFF"/>
                </a:solidFill>
              </a:rPr>
              <a:t>+45.7%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79"/>
            <a:ext cx="1106424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SWE-bench Multilingual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177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C853"/>
                </a:solidFill>
              </a:rPr>
              <a:t>87.3%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177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77.8%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177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9EFF"/>
                </a:solidFill>
              </a:rPr>
              <a:t>+12.2%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6424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Terminal-Bench 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394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C853"/>
                </a:solidFill>
              </a:rPr>
              <a:t>82.0%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394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CCCC"/>
                </a:solidFill>
              </a:rPr>
              <a:t>65.4%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394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9EFF"/>
                </a:solidFill>
              </a:rPr>
              <a:t>+25.4%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502920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C00"/>
                </a:solidFill>
              </a:rPr>
              <a:t>Firefox JS引擎漏洞利用: Mythos 181次 vs Opus 2次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CCCCCC"/>
                </a:solidFill>
              </a:rPr>
              <a:t>成功率提升约90倍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486400"/>
            <a:ext cx="539496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5778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545"/>
                </a:solidFill>
              </a:rPr>
              <a:t>OSS-Fuzz: 595次崩溃 + 10次完整控制流劫持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CCCCCC"/>
                </a:solidFill>
              </a:rPr>
              <a:t>Opus 4.6仅实现单次三级崩溃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什么是 Project Glasswing?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00400" cy="457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核心使命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CCCCCC"/>
                </a:solidFill>
              </a:rPr>
              <a:t>利用Claude Mythos Preview保护全球最关键的软件基础设施，在攻击者利用AI之前建立防御优势，
同时为行业应对AI驱动的网络安全新时代做好准备。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EFF"/>
                </a:solidFill>
              </a:rPr>
              <a:t>为什么需要Glasswing?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Mythos的安全能力太强大，不适合公开发布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恶意使用风险: 网络犯罪分子和间谍可利用其攻击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漏洞发现和利用之间的窗口期已经崩塌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传统安全缓解措施依赖的"摩擦力"面对AI大幅减弱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N-day漏洞利用速度被大幅加速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需要在攻击者之前修复关键漏洞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9260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853"/>
                </a:solidFill>
              </a:rPr>
              <a:t>资金投入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00C853"/>
                </a:solidFill>
              </a:rPr>
              <a:t>$1亿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Claude Mythos Preview使用额度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00C853"/>
                </a:solidFill>
              </a:rPr>
              <a:t>$250万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Alpha-Omega &amp; OpenSSF (Linux基金会)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00C853"/>
                </a:solidFill>
              </a:rPr>
              <a:t>$150万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Apache软件基金会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8C00"/>
                </a:solidFill>
              </a:rPr>
              <a:t>访问渠道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Claude API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Amazon Bedrock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Google Cloud Vertex AI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Microsoft Foundry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Glasswing 合作伙伴生态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12家创始合作伙伴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Amazon Web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云计算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92024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消费电子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Broadcom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半导体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92024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057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网络设备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CrowdStrike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端点安全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20040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3337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云/搜索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0040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337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JPMorgan 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金融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20040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337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Linux 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开源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云/操作系统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48056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NVIDIA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029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GPU/AI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48056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Palo Alto Networks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29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网络安全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4480560"/>
            <a:ext cx="256032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Anthropic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029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AI安全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853"/>
                </a:solidFill>
              </a:rPr>
              <a:t>另有40+组织获得工具和资源访问权限  |  覆盖云计算、操作系统、网络安全、金融、开源等关键领域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风险、争议与监管动态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00400" cy="457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545"/>
                </a:solidFill>
              </a:rPr>
              <a:t>安全风险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⚠ 99%+漏洞尚未修补，若泄露将造成灾难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⚠ 利用成本极低: 完整漏洞利用链&lt;$1,000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⚠ 1000次自动化攻击尝试成本&lt;$20,000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⚠ 传统安全"摩擦力"防线面对AI大幅弱化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⚠ N-day利用窗口从数周缩短至数小时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争议声音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Tom's Hardware: "不是超级黑客，而是销售策略"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"数千个"严重漏洞仅有198个人工复核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89%准确率意味着仍有11%误报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模型泄露事件引发信息安全担忧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公开发布延迟反映内部对风险的审慎评估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监管与政府互动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与CISA（网络安全和基础设施安全局）持续讨论Mythos的网络能力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与CAISI（AI标准与创新中心）就AI安全标准进行协商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美联储主席Powell和财政部长Bessent与主要银行CEO讨论Mythos的网络安全影响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FBI报告显示网络犯罪损失接近$210亿，强化了AI安全工具的紧迫性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Anthropic主动延迟Mythos公开发布，优先确保安全防护措施到位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呼吁政府参与维护技术领先地位和管控国家安全风险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产业影响分析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457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545"/>
                </a:solidFill>
              </a:rPr>
              <a:t>网络安全行业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漏洞发现从人工驱动转向AI自主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安全研究员角色重新定义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红队/蓝队对抗进入AI时代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安全厂商需快速整合AI能力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087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软件开发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代码审计效率数量级提升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开源项目安全性显著改善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"安全左移"获得强力AI工具支撑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开发流程需内嵌AI安全检查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853"/>
                </a:solidFill>
              </a:rPr>
              <a:t>AI产业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证明AI在垂直领域的巨大价值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"负责任发布"成为行业新范式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安全成为AI差异化竞争新维度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推动AI监管框架加速建立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023360"/>
            <a:ext cx="5303520" cy="2377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16052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金融/关基行业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关键基础设施防御能力大幅提升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金融系统安全审计方式变革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合规要求可能纳入AI安全工具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▸ 跨行业安全协作机制形成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时间线与展望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286000" cy="457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698480" cy="36576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2423160"/>
            <a:ext cx="274320" cy="2743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4545"/>
                </a:solidFill>
              </a:rPr>
              <a:t>2026.3月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模型泄露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Mythos存在被数据
泄露意外曝光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423160"/>
            <a:ext cx="274320" cy="27432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9EFF"/>
                </a:solidFill>
              </a:rPr>
              <a:t>2026.4.7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Glasswing启动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正式发布，12家创始
伙伴获得访问权限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23160"/>
            <a:ext cx="27432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8C00"/>
                </a:solidFill>
              </a:rPr>
              <a:t>2026.4.12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延迟公开发布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Anthropic宣布推迟
Mythos公开发布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423160"/>
            <a:ext cx="274320" cy="2743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53"/>
                </a:solidFill>
              </a:rPr>
              <a:t>90天内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漏洞修复报告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公开报告已修复漏洞
和安全改进成果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0" y="2423160"/>
            <a:ext cx="2743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未来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Claude Opus演进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383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增强安全防护后融入
Claude Opus主线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关键洞察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Mythos标志着AI安全能力从量变到质变的转折点 — Opus 4.6在漏洞利用上接近0%成功率，Mythos实现了质的飞跃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"负责任的有限发布"模式可能成为未来前沿AI模型的标准做法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定价$25/$125 per M tokens表明Anthropic将此视为高价值商业产品，而非纯粹的安全公益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攻防不对称性在AI时代进一步加剧: 防御者需要修复所有漏洞，攻击者只需找到一个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欧盟AI法案 (EU AI Act) 与Mythos/Glasswing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572000" cy="45720"/>
          </a:xfrm>
          <a:prstGeom prst="round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A55FF"/>
                </a:solidFill>
              </a:rPr>
              <a:t>EU AI Act 关键条款与时间线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8C00"/>
                </a:solidFill>
              </a:rPr>
              <a:t>2024.8.1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法案正式生效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8C00"/>
                </a:solidFill>
              </a:rPr>
              <a:t>2025.2.2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禁止性AI实践 &amp; AI素养义务生效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8C00"/>
                </a:solidFill>
              </a:rPr>
              <a:t>2025.8.2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GPAI模型治理规则和义务生效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8C00"/>
                </a:solidFill>
              </a:rPr>
              <a:t>2026.8.2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全面适用 — 高风险AI系统规则 &amp; 执行权力启动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009EFF"/>
                </a:solidFill>
              </a:rPr>
              <a:t>Art.55: 系统性风险GPAI义务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按标准化协议进行模型评估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开展对抗性测试以识别系统性风险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评估并缓解欧盟层面的系统性风险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追踪和报告严重事件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确保充足的网络安全保护水平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545"/>
                </a:solidFill>
              </a:rPr>
              <a:t>Mythos在EU AI Act下的分类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FF8C00"/>
                </a:solidFill>
              </a:rPr>
              <a:t>通用AI模型 (GPAI)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Mythos作为通用语言模型，直接落入
EU AI Act对GPAI的监管范围</a:t>
            </a:r>
          </a:p>
          <a:p>
            <a:pPr algn="l">
              <a:spcBef>
                <a:spcPts val="1400"/>
              </a:spcBef>
            </a:pPr>
            <a:r>
              <a:rPr sz="1600" b="1">
                <a:solidFill>
                  <a:srgbClr val="FF4545"/>
                </a:solidFill>
              </a:rPr>
              <a:t>具有系统性风险的GPAI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训练算力超过10^25 FLOPs即被推定为
具有系统性风险 — Mythos几乎必然达标</a:t>
            </a:r>
          </a:p>
          <a:p>
            <a:pPr algn="l">
              <a:spcBef>
                <a:spcPts val="1400"/>
              </a:spcBef>
            </a:pPr>
            <a:r>
              <a:rPr sz="1600" b="1">
                <a:solidFill>
                  <a:srgbClr val="FF8C00"/>
                </a:solidFill>
              </a:rPr>
              <a:t>双重用途风险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自主发现和利用零日漏洞的能力使其
成为典型的"双重用途"AI技术</a:t>
            </a:r>
          </a:p>
          <a:p>
            <a:pPr algn="l">
              <a:spcBef>
                <a:spcPts val="1400"/>
              </a:spcBef>
            </a:pPr>
            <a:r>
              <a:rPr sz="1600" b="1">
                <a:solidFill>
                  <a:srgbClr val="00C853"/>
                </a:solidFill>
              </a:rPr>
              <a:t>Anthropic的合规立场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已签署EU GPAI实践准则(Code of Practice)
加入26家主要AI厂商的合规阵营
欧盟委员会公开支持Mythos分阶段发布策略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Mythos/Glasswing 对EU AI Act的六大影响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572000" cy="45720"/>
          </a:xfrm>
          <a:prstGeom prst="round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545"/>
                </a:solidFill>
              </a:rPr>
              <a:t>1. 加速"系统性风险"定义细化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Mythos的自主网络攻击能力远超立法时的预期，
迫使欧盟重新审视Art.51中"高影响能力"
的具体标准和评估方法论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4630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EFF"/>
                </a:solidFill>
              </a:rPr>
              <a:t>2. 推动网络安全专项条款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现有Art.55仅泛泛要求"充足的网络安全保护"，
Mythos的出现可能催生针对AI辅助漏洞发现
和利用的专项监管条款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3. 重塑对抗性测试标准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Art.55(1)(a)要求"对抗性测试"但缺乏细节，
Mythos级别的安全能力要求全新的红队测试
协议和评估基准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15468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246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53"/>
                </a:solidFill>
              </a:rPr>
              <a:t>4. 验证"分阶段发布"模式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Glasswing的限制访问模式与EU AI Act
"比例性"原则高度契合，可能成为
前沿模型合规发布的参考范式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55FF"/>
                </a:solidFill>
              </a:rPr>
              <a:t>5. 挑战跨境监管框架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Glasswing合作伙伴跨越美欧，漏洞信息
跨境流动如何符合EU数据保护和
安全信息共享规则成为新课题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937760"/>
            <a:ext cx="5303520" cy="1600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5029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545"/>
                </a:solidFill>
              </a:rPr>
              <a:t>6. 倒逼"双重用途"AI出口管制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Mythos的军事级网络能力可能触发瓦森纳
安排下的出口管制讨论，影响AI模型
的全球分发策略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欧盟监管响应与全球连锁效应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657600" cy="45720"/>
          </a:xfrm>
          <a:prstGeom prst="round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A55FF"/>
                </a:solidFill>
              </a:rPr>
              <a:t>欧盟委员会的响应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公开支持Anthropic延迟Mythos公开发布的决定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引用"大规模网络风险"作为支持分阶段发布的理由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将Glasswing模式视为AI Act合规的"良好实践"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正在评估是否需要为网络安全AI制定补充指南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CCCCC"/>
                </a:solidFill>
              </a:rPr>
              <a:t>▸ 强调前沿AI的预发布安全评估应成为强制要求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合规挑战与矛盾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▸ 透明度 vs 安全性: Art.53要求公开文档，但漏洞信息
  公开可能危及安全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▸ 开源义务 vs 限制访问: GPAI Code of Practice鼓励
  开放，Glasswing模式则高度封闭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▸ 跨境数据流: 漏洞信息是否属于需要保护的"敏感数据"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▸ 责任归属: AI发现的漏洞被利用后，谁承担法律责任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CCCC"/>
                </a:solidFill>
              </a:rPr>
              <a:t>▸ 评估成本: 对抗性测试要求推高合规门槛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EFF"/>
                </a:solidFill>
              </a:rPr>
              <a:t>全球连锁效应: EU AI Act的"布鲁塞尔效应"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0C853"/>
                </a:solidFill>
              </a:rPr>
              <a:t>美国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CCCCC"/>
                </a:solidFill>
              </a:rPr>
              <a:t>CISA和CAISI已与Anthropic深度对话；Mythos事件加速美国AI安全立法讨论</a:t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0C853"/>
                </a:solidFill>
              </a:rPr>
              <a:t>英国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CCCCC"/>
                </a:solidFill>
              </a:rPr>
              <a:t>EU AI Act高风险系统要求将成为英国AI安全研究所(AISI)参考模板</a:t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0C853"/>
                </a:solidFill>
              </a:rPr>
              <a:t>日本/韩国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CCCCC"/>
                </a:solidFill>
              </a:rPr>
              <a:t>两国正在制定的AI监管框架将直接借鉴EU AI Act对GPAI系统性风险的条款</a:t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0C853"/>
                </a:solidFill>
              </a:rPr>
              <a:t>全球影响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CCCCC"/>
                </a:solidFill>
              </a:rPr>
              <a:t>Mythos/Glasswing验证了"能力越强、监管越严"的分级原则，推动全球AI治理共识形成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" cy="4114800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EFF"/>
                </a:solidFill>
              </a:rPr>
              <a:t>Claude Mythos + Project Glasswing 的战略意义</a:t>
            </a:r>
          </a:p>
          <a:p>
            <a:pPr algn="l">
              <a:spcBef>
                <a:spcPts val="6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FF8C00"/>
                </a:solidFill>
              </a:rPr>
              <a:t>技术层面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CCCCCC"/>
                </a:solidFill>
              </a:rPr>
              <a:t>Mythos代表了AI在网络安全领域的里程碑式突破，从"辅助工具"进化为"自主研究员"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FF8C00"/>
                </a:solidFill>
              </a:rPr>
              <a:t>商业层面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CCCCCC"/>
                </a:solidFill>
              </a:rPr>
              <a:t>Anthropic通过"限制发布+合作伙伴生态"模式，创造了高壁垒的差异化竞争优势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FF8C00"/>
                </a:solidFill>
              </a:rPr>
              <a:t>产业层面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CCCCCC"/>
                </a:solidFill>
              </a:rPr>
              <a:t>验证了AI在垂直行业创造巨大价值的可能性，符合"倒金字塔"健康产业结构的方向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FF8C00"/>
                </a:solidFill>
              </a:rPr>
              <a:t>安全层面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CCCCCC"/>
                </a:solidFill>
              </a:rPr>
              <a:t>攻防博弈进入AI对AI的新阶段，所有组织需重新评估安全策略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FF8C00"/>
                </a:solidFill>
              </a:rPr>
              <a:t>监管层面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CCCCCC"/>
                </a:solidFill>
              </a:rPr>
              <a:t>前沿AI模型的"负责任发布"正在形成新的行业范式，政府深度介入成为常态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