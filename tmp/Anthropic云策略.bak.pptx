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961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A1A"/>
                </a:solidFill>
                <a:latin typeface="PingFang SC"/>
                <a:ea typeface="PingFang SC"/>
              </a:rPr>
              <a:t>Anthropic 云厂商合作策略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F5F5F"/>
                </a:solidFill>
                <a:latin typeface="PingFang SC"/>
                <a:ea typeface="PingFang SC"/>
              </a:rPr>
              <a:t>“一模型 · 多云 · 多芯片” —— 以算力采购承诺换取战略投资与产能锁定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384048"/>
            <a:ext cx="2057400" cy="5029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估值约 $3500 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D97757"/>
                </a:solidFill>
                <a:latin typeface="PingFang SC"/>
                <a:ea typeface="PingFang SC"/>
              </a:rPr>
              <a:t>核心打法：</a:t>
            </a:r>
            <a:r>
              <a:rPr sz="1400" b="0">
                <a:solidFill>
                  <a:srgbClr val="1A1A1A"/>
                </a:solidFill>
                <a:latin typeface="PingFang SC"/>
                <a:ea typeface="PingFang SC"/>
              </a:rPr>
              <a:t>Claude 是唯一同时上架全球三大云的前沿模型 —— 最大化分发触达，并在 Trainium / TPU / GPU 间灵活调度保障产能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36301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3630168" cy="749808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965959"/>
            <a:ext cx="326440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亚马逊 AWS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PingFang SC"/>
                <a:ea typeface="PingFang SC"/>
              </a:rPr>
              <a:t>核心云 &amp; 首要训练伙伴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70631"/>
            <a:ext cx="324612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FF9F0A"/>
                </a:solidFill>
                <a:latin typeface="PingFang SC"/>
                <a:ea typeface="PingFang SC"/>
              </a:rPr>
              <a:t>▪ </a:t>
            </a:r>
            <a:r>
              <a:rPr sz="1150" b="1">
                <a:solidFill>
                  <a:srgbClr val="1A1A1A"/>
                </a:solidFill>
                <a:latin typeface="PingFang SC"/>
                <a:ea typeface="PingFang SC"/>
              </a:rPr>
              <a:t>承诺 10 年投入 $1000 亿+ 采购 AWS 算力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FF9F0A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亚马逊累计投资约 $330 亿（最新追加 $250 亿）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FF9F0A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Project Rainier：~50 万颗 Trainium2，目标 5GW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FF9F0A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分发：Amazon Bedrock · 10 万+ 客户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74519"/>
            <a:ext cx="36301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874519"/>
            <a:ext cx="3630168" cy="74980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965959"/>
            <a:ext cx="326440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谷歌 Google Cloud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PingFang SC"/>
                <a:ea typeface="PingFang SC"/>
              </a:rPr>
              <a:t>TPU 算力主力供给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770631"/>
            <a:ext cx="324612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4285F4"/>
                </a:solidFill>
                <a:latin typeface="PingFang SC"/>
                <a:ea typeface="PingFang SC"/>
              </a:rPr>
              <a:t>▪ </a:t>
            </a:r>
            <a:r>
              <a:rPr sz="1150" b="1">
                <a:solidFill>
                  <a:srgbClr val="1A1A1A"/>
                </a:solidFill>
                <a:latin typeface="PingFang SC"/>
                <a:ea typeface="PingFang SC"/>
              </a:rPr>
              <a:t>2025.10 签约：最多 100 万颗 TPU，2026 超 1GW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4285F4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谷歌投资 $100 亿 + 按用量追加至 $400 亿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4285F4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联合 Broadcom：多 GW 新一代算力，2027 起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4285F4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分发：Vertex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874519"/>
            <a:ext cx="36301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874519"/>
            <a:ext cx="3630168" cy="7498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965959"/>
            <a:ext cx="326440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微软 Azure + 英伟达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PingFang SC"/>
                <a:ea typeface="PingFang SC"/>
              </a:rPr>
              <a:t>补齐 GPU 与第三朵云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770631"/>
            <a:ext cx="324612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8B57"/>
                </a:solidFill>
                <a:latin typeface="PingFang SC"/>
                <a:ea typeface="PingFang SC"/>
              </a:rPr>
              <a:t>▪ </a:t>
            </a:r>
            <a:r>
              <a:rPr sz="1150" b="1">
                <a:solidFill>
                  <a:srgbClr val="1A1A1A"/>
                </a:solidFill>
                <a:latin typeface="PingFang SC"/>
                <a:ea typeface="PingFang SC"/>
              </a:rPr>
              <a:t>承诺采购 $300 亿 Azure 算力（最高 1GW）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8B57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微软投资 $50 亿、英伟达投资 $100 亿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8B57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采购英伟达 Grace Blackwell / Vera Rubin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8B57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分发：Azure AI Foundry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349240"/>
            <a:ext cx="11183112" cy="1143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495544"/>
            <a:ext cx="2578608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97757"/>
                </a:solidFill>
                <a:latin typeface="PingFang SC"/>
                <a:ea typeface="PingFang SC"/>
              </a:rPr>
              <a:t>产能即护城河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DDDDDD"/>
                </a:solidFill>
                <a:latin typeface="PingFang SC"/>
                <a:ea typeface="PingFang SC"/>
              </a:rPr>
              <a:t>GW 级长约锁定稀缺算力，对冲供给紧张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5495544"/>
            <a:ext cx="2578608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97757"/>
                </a:solidFill>
                <a:latin typeface="PingFang SC"/>
                <a:ea typeface="PingFang SC"/>
              </a:rPr>
              <a:t>多芯片去绑定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DDDDDD"/>
                </a:solidFill>
                <a:latin typeface="PingFang SC"/>
                <a:ea typeface="PingFang SC"/>
              </a:rPr>
              <a:t>Trainium/TPU/GPU 并行，降单一硬件依赖、优化成本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495544"/>
            <a:ext cx="2578608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97757"/>
                </a:solidFill>
                <a:latin typeface="PingFang SC"/>
                <a:ea typeface="PingFang SC"/>
              </a:rPr>
              <a:t>分发最大化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DDDDDD"/>
                </a:solidFill>
                <a:latin typeface="PingFang SC"/>
                <a:ea typeface="PingFang SC"/>
              </a:rPr>
              <a:t>唯一覆盖三云的前沿模型，直达各云存量客户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5495544"/>
            <a:ext cx="2578608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97757"/>
                </a:solidFill>
                <a:latin typeface="PingFang SC"/>
                <a:ea typeface="PingFang SC"/>
              </a:rPr>
              <a:t>算力换投资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DDDDDD"/>
                </a:solidFill>
                <a:latin typeface="PingFang SC"/>
                <a:ea typeface="PingFang SC"/>
              </a:rPr>
              <a:t>采购承诺换取巨额投资，形成资本-算力循环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65392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5F5F"/>
                </a:solidFill>
                <a:latin typeface="PingFang SC"/>
                <a:ea typeface="PingFang SC"/>
              </a:rPr>
              <a:t>资料来源：Anthropic / Amazon / Google / Microsoft 官方公告及 CNBC、Datacenter Dynamics 报道（2025.10–2026.04）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