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3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5156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微软 Azure AI 治理分析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FE2FA"/>
                </a:solidFill>
                <a:latin typeface="Microsoft YaHei"/>
              </a:rPr>
              <a:t>以负责任 AI 治理对接欧盟《AI法案》，将合规转化为云上 AI 竞争力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5544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FD8F5"/>
                </a:solidFill>
                <a:latin typeface="Microsoft YaHei"/>
              </a:rPr>
              <a:t>战略分析 · 一页纸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70432"/>
            <a:ext cx="11274552" cy="566928"/>
          </a:xfrm>
          <a:prstGeom prst="rect">
            <a:avLst/>
          </a:prstGeom>
          <a:solidFill>
            <a:srgbClr val="F2F6FC"/>
          </a:solidFill>
          <a:ln w="1270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9728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03F91"/>
                </a:solidFill>
                <a:latin typeface="Microsoft YaHei"/>
              </a:rPr>
              <a:t>核心逻辑：</a:t>
            </a:r>
            <a:r>
              <a:rPr sz="1250">
                <a:solidFill>
                  <a:srgbClr val="242A35"/>
                </a:solidFill>
                <a:latin typeface="Microsoft YaHei"/>
              </a:rPr>
              <a:t>治理即信任，信任即销售 —— 微软把“合规成本”重构为“客户采购理由”，用可验证的责任承诺降低企业上云用 AI 的法律与声誉风险。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38528"/>
            <a:ext cx="3648456" cy="2907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38528"/>
            <a:ext cx="3648456" cy="4754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938528"/>
            <a:ext cx="342900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①  治理框架：负责任 AI 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505456"/>
            <a:ext cx="3355848" cy="22677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78D4"/>
                </a:solidFill>
                <a:latin typeface="Microsoft YaHei"/>
              </a:rPr>
              <a:t>◆ Responsible AI Standard v2 落地为内部强制流程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242A35"/>
                </a:solidFill>
                <a:latin typeface="Microsoft YaHei"/>
              </a:rPr>
              <a:t>•  六大原则：公平·可靠安全·隐私·包容·透明·可问责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242A35"/>
                </a:solidFill>
                <a:latin typeface="Microsoft YaHei"/>
              </a:rPr>
              <a:t>•  Office of Responsible AI + RAI 委员会 跨部门治理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242A35"/>
                </a:solidFill>
                <a:latin typeface="Microsoft YaHei"/>
              </a:rPr>
              <a:t>•  敏感用途审查、影响评估（Impact Assessment）前置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242A35"/>
                </a:solidFill>
                <a:latin typeface="Microsoft YaHei"/>
              </a:rPr>
              <a:t>•  Transparency Notes 公开模型能力与局限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938528"/>
            <a:ext cx="3648456" cy="2907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938528"/>
            <a:ext cx="3648456" cy="475488"/>
          </a:xfrm>
          <a:prstGeom prst="rect">
            <a:avLst/>
          </a:prstGeom>
          <a:solidFill>
            <a:srgbClr val="103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1938528"/>
            <a:ext cx="342900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②  对接欧盟《AI法案》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505456"/>
            <a:ext cx="3355848" cy="22677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103F91"/>
                </a:solidFill>
                <a:latin typeface="Microsoft YaHei"/>
              </a:rPr>
              <a:t>◆ 按风险分级（禁止/高风险/有限/最小）映射产品义务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242A35"/>
                </a:solidFill>
                <a:latin typeface="Microsoft YaHei"/>
              </a:rPr>
              <a:t>•  高风险系统：技术文档、日志留存、人工监督、数据治理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242A35"/>
                </a:solidFill>
                <a:latin typeface="Microsoft YaHei"/>
              </a:rPr>
              <a:t>•  GPAI 通用模型：透明度与版权合规文档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242A35"/>
                </a:solidFill>
                <a:latin typeface="Microsoft YaHei"/>
              </a:rPr>
              <a:t>•  Azure AI Foundry 内置 评估·红队·内容安全 工具链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242A35"/>
                </a:solidFill>
                <a:latin typeface="Microsoft YaHei"/>
              </a:rPr>
              <a:t>•  EU Data Boundary 满足数据驻留与主权要求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1938528"/>
            <a:ext cx="3648456" cy="2907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938528"/>
            <a:ext cx="3648456" cy="475488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1938528"/>
            <a:ext cx="342900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③  转化为云上竞争力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505456"/>
            <a:ext cx="3355848" cy="22677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107C41"/>
                </a:solidFill>
                <a:latin typeface="Microsoft YaHei"/>
              </a:rPr>
              <a:t>◆ 客户版权承诺（Customer Copyright Commitment）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242A35"/>
                </a:solidFill>
                <a:latin typeface="Microsoft YaHei"/>
              </a:rPr>
              <a:t>•  为 Copilot/Azure OpenAI 输出引发的版权诉讼买单担责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242A35"/>
                </a:solidFill>
                <a:latin typeface="Microsoft YaHei"/>
              </a:rPr>
              <a:t>•  Azure AI Content Safety：内容过滤即开即用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242A35"/>
                </a:solidFill>
                <a:latin typeface="Microsoft YaHei"/>
              </a:rPr>
              <a:t>•  合规可作为卖点：降低客户合规自建成本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242A35"/>
                </a:solidFill>
                <a:latin typeface="Microsoft YaHei"/>
              </a:rPr>
              <a:t>•  差异化对标 AWS/Google，绑定受监管行业大客户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5532120" cy="1298448"/>
          </a:xfrm>
          <a:prstGeom prst="rect">
            <a:avLst/>
          </a:prstGeom>
          <a:solidFill>
            <a:srgbClr val="FFF4EC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102352"/>
            <a:ext cx="5166360" cy="11521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83B01"/>
                </a:solidFill>
                <a:latin typeface="Microsoft YaHei"/>
              </a:rPr>
              <a:t>聚焦 · 版权纠纷承诺如何建立竞争壁垒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42A35"/>
                </a:solidFill>
                <a:latin typeface="Microsoft YaHei"/>
              </a:rPr>
              <a:t>•  承诺为合规使用其 AI 产品的客户承担版权侵权赔偿，将“生成内容是否侵权”的不确定性由客户转移至微软。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42A35"/>
                </a:solidFill>
                <a:latin typeface="Microsoft YaHei"/>
              </a:rPr>
              <a:t>•  前提：客户须启用内容过滤等防护——以“责任共担”反向引导客户采用治理工具，形成正循环。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5029200"/>
            <a:ext cx="5532120" cy="1298448"/>
          </a:xfrm>
          <a:prstGeom prst="rect">
            <a:avLst/>
          </a:prstGeom>
          <a:solidFill>
            <a:srgbClr val="103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5102352"/>
            <a:ext cx="5166360" cy="11521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启示 · 治理驱动的增长飞轮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D6E6FA"/>
                </a:solidFill>
                <a:latin typeface="Microsoft YaHei"/>
              </a:rPr>
              <a:t>→  合规先发 → 赢得受监管客户信任 → 数据与场景沉淀 → 模型与治理工具迭代 → 更强合规能力。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D6E6FA"/>
                </a:solidFill>
                <a:latin typeface="Microsoft YaHei"/>
              </a:rPr>
              <a:t>→  对中国云厂商：治理框架、透明度文档与责任承诺是出海与高端客户的“入场券”。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370"/>
                </a:solidFill>
                <a:latin typeface="Microsoft YaHei"/>
              </a:rPr>
              <a:t>资料整理 · 公开信息综合分析 · 2026-06    |    微软AI治理分析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