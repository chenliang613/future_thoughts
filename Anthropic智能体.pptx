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拆解智能体：</a:t>
            </a:r>
            <a:pPr algn="l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× Harness × Agent × Skill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Anthropic 官方产品体系为例，看清一个智能体到底由什么组成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5F3F0"/>
          </a:solidFill>
          <a:ln/>
          <a:effectLst>
            <a:outerShdw sx="100000" sy="100000" kx="0" ky="0" algn="bl" rotWithShape="0" blurRad="76200" dist="38100" dir="5400000">
              <a:srgbClr val="1A1A1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55448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01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042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推理引擎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889504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纯推理核心，无工具、无记忆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11296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5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Fable 5.1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489204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 Claude Developer Platform（API）提供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77413" y="3159252"/>
            <a:ext cx="256032" cy="256032"/>
          </a:xfrm>
          <a:prstGeom prst="rightArrow">
            <a:avLst/>
          </a:prstGeom>
          <a:solidFill>
            <a:srgbClr val="D9775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47618" y="1298448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5F3F0"/>
          </a:solidFill>
          <a:ln/>
          <a:effectLst>
            <a:outerShdw sx="100000" sy="100000" kx="0" ky="0" algn="bl" rotWithShape="0" blurRad="76200" dist="38100" dir="5400000">
              <a:srgbClr val="1A1A1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0598" y="155448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3059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84778" y="23042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行动脚手架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512210" y="2889504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让模型能调用工具、持续运行的基础设施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530498" y="3511296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SDK（原 Claude Code SDK）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内核循环机制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12210" y="489204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官方原话：一套 “agent harness”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67832" y="3159252"/>
            <a:ext cx="256032" cy="256032"/>
          </a:xfrm>
          <a:prstGeom prst="rightArrow">
            <a:avLst/>
          </a:prstGeom>
          <a:solidFill>
            <a:srgbClr val="D9775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8037" y="1298448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5F3F0"/>
          </a:solidFill>
          <a:ln/>
          <a:effectLst>
            <a:outerShdw sx="100000" sy="100000" kx="0" ky="0" algn="bl" rotWithShape="0" blurRad="76200" dist="38100" dir="5400000">
              <a:srgbClr val="1A1A1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1017" y="155448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21017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375197" y="23042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产品化智能体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2629" y="2889504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Harness 打包后的终端产品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20917" y="3511296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 / Excel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Financial Services 等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2629" y="489204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用户直接使用、直接感知的层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858250" y="3159252"/>
            <a:ext cx="256032" cy="256032"/>
          </a:xfrm>
          <a:prstGeom prst="rightArrow">
            <a:avLst/>
          </a:prstGeom>
          <a:solidFill>
            <a:srgbClr val="D97757"/>
          </a:solidFill>
          <a:ln/>
        </p:spPr>
      </p:sp>
      <p:sp>
        <p:nvSpPr>
          <p:cNvPr id="28" name="Shape 26"/>
          <p:cNvSpPr/>
          <p:nvPr/>
        </p:nvSpPr>
        <p:spPr>
          <a:xfrm>
            <a:off x="9128455" y="1298448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5F3F0"/>
          </a:solidFill>
          <a:ln/>
          <a:effectLst>
            <a:outerShdw sx="100000" sy="100000" kx="0" ky="0" algn="bl" rotWithShape="0" blurRad="76200" dist="38100" dir="5400000">
              <a:srgbClr val="1A1A1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11435" y="155448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11435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9265615" y="23042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专业能力包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293047" y="2889504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装进 harness 里的可插拔专业知识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311335" y="3511296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Skills（docx / pptx / xlsx / pdf …）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市场与插件（Marketplace）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Tool（技能内嵌代码执行）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293047" y="489204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可组合、可移植、按需加载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440680"/>
            <a:ext cx="11277295" cy="749808"/>
          </a:xfrm>
          <a:prstGeom prst="roundRect">
            <a:avLst>
              <a:gd name="adj" fmla="val 12195"/>
            </a:avLst>
          </a:prstGeom>
          <a:solidFill>
            <a:srgbClr val="262624"/>
          </a:solidFill>
          <a:ln/>
          <a:effectLst>
            <a:outerShdw sx="100000" sy="100000" kx="0" ky="0" algn="bl" rotWithShape="0" blurRad="76200" dist="38100" dir="5400000">
              <a:srgbClr val="1A1A1A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85800" y="5440680"/>
            <a:ext cx="10817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这场对话本身就是样本：  </a:t>
            </a:r>
            <a:pPr algn="ctr" indent="0" marL="0">
              <a:buNone/>
            </a:pPr>
            <a:r>
              <a:rPr lang="en-US" sz="14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</a:t>
            </a:r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（Model）+ Cowork 工具与任务循环（</a:t>
            </a:r>
            <a:pPr algn="ctr" indent="0" marL="0">
              <a:buNone/>
            </a:pPr>
            <a:r>
              <a:rPr lang="en-US" sz="14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）= </a:t>
            </a:r>
            <a:pPr algn="ctr" indent="0" marL="0">
              <a:buNone/>
            </a:pPr>
            <a:r>
              <a:rPr lang="en-US" sz="14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（Agent），并加载 docx / xlsx 等 </a:t>
            </a:r>
            <a:pPr algn="ctr" indent="0" marL="0">
              <a:buNone/>
            </a:pPr>
            <a:r>
              <a:rPr lang="en-US" sz="14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32764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资料来源：anthropic.com/news/skills · anthropic.com/engineering/effective-harnesses-for-long-running-agents · claude.com/blog/building-agents-with-the-claude-agent-sdk · anthropic.com/product/claude-cowork · anthropic.com/news/model-context-protocol · platform.claude.com/docs/en/models/overview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2026-09-05T06:39:58Z</dcterms:created>
  <dcterms:modified xsi:type="dcterms:W3CDTF">2026-09-05T06:39:58Z</dcterms:modified>
</cp:coreProperties>
</file>